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1894d2f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1894d2f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1894d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1894d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91894d2f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91894d2f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91894d2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91894d2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1894d2f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91894d2f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91894d2f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91894d2f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1894d2f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1894d2f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1894d2f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1894d2f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1894d2f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1894d2f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1894d2f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1894d2f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91894d2f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91894d2f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1894d2f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91894d2f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1894d2f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1894d2f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91894d2f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91894d2f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91894d2f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91894d2f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1894d2f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91894d2f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Code </a:t>
            </a:r>
            <a:r>
              <a:rPr lang="en-GB"/>
              <a:t>Explanation</a:t>
            </a:r>
            <a:r>
              <a:rPr lang="en-GB"/>
              <a:t> Nov 24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GUI, to give circuit for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225" y="3049900"/>
            <a:ext cx="55435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GUI: Fixed Gates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88" y="1219425"/>
            <a:ext cx="7572425" cy="37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GUI: Encoding Gates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7938" y="1216250"/>
            <a:ext cx="7368124" cy="392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GUI: Observable and Circuit Diagram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750" y="1152475"/>
            <a:ext cx="6786500" cy="41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GUI: Code Output Part 1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750" y="1152475"/>
            <a:ext cx="6655021" cy="414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GUI: Code Output Part 2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736" y="1100550"/>
            <a:ext cx="5808528" cy="4143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First GUI: Code Output Part 3 with copy button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8598"/>
            <a:ext cx="9143998" cy="1971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 GUI, to apply the algorithm to circuit description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 GUI: Input circuit from previous and no. of shots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6383"/>
            <a:ext cx="9144000" cy="3055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Second GUI: Output code that can be copied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475" y="1274025"/>
            <a:ext cx="6937348" cy="40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Running the output code of 2nd GUI: Part 1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937" y="1152475"/>
            <a:ext cx="5324126" cy="38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Running the output code of 2nd GUI: Part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80455"/>
            <a:ext cx="9143999" cy="36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Rz(alpha), Rz(alpha)Rz(-alpha)Rz(alpha) and hand calculation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Rz(alpha)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500" y="1017725"/>
            <a:ext cx="7293000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Rz(alpha)Rz(-alpha)Rz(alpha)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125" y="1152475"/>
            <a:ext cx="7140326" cy="394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Comparison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989879" cy="191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8150" y="1152475"/>
            <a:ext cx="4354150" cy="191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/>
        </p:nvSpPr>
        <p:spPr>
          <a:xfrm>
            <a:off x="461375" y="3180650"/>
            <a:ext cx="498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Rz(alpha) vs Hand Calculation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4769525" y="3180650"/>
            <a:ext cx="4140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Rz(alpha)Rz(-alpha)Rz(alpha) vs Hand Calculation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6" name="Google Shape;166;p29"/>
          <p:cNvSpPr txBox="1"/>
          <p:nvPr/>
        </p:nvSpPr>
        <p:spPr>
          <a:xfrm>
            <a:off x="1862825" y="4034775"/>
            <a:ext cx="498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can see that all three match upto shot noise. 10^6 shots so shot noise of +- 10^-3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