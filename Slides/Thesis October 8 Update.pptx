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ac5220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ac5220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9ac52206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9ac52206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9ac52206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9ac52206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9ac52206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9ac5220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9ac52206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9ac52206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October 8 Update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Fourier coefficient extraction algorithm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2049200"/>
            <a:ext cx="85725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142875"/>
            <a:ext cx="847725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225"/>
            <a:ext cx="8839198" cy="1790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78375"/>
            <a:ext cx="8839199" cy="1899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868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to do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