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24de7ba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24de7ba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24de7ba0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24de7ba0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24de7ba0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24de7ba0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24de7ba0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24de7ba0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24de7ba0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24de7ba0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24de7ba0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24de7ba0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24de7ba0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24de7ba0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September Update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 have done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Fourier Coefficient Extraction Algorithm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7849" y="971231"/>
            <a:ext cx="9144001" cy="3201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Fourier Coefficient Extraction Algorithm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Definition has Pauli gates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 Fourier transform has as well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Algorithm counts in +-1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1275" y="938050"/>
            <a:ext cx="3716675" cy="42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 Class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PQC based functions: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x is a bitstring representing fixed gates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500" y="1819938"/>
            <a:ext cx="5676900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Hamiltonian Dynamics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375" y="1574800"/>
            <a:ext cx="52006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775" y="2571751"/>
            <a:ext cx="9143999" cy="2145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Kernel Method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8273"/>
            <a:ext cx="9143999" cy="2626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Things to do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Write code and run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Read about kernels and their properties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Prove correctness of algorithm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