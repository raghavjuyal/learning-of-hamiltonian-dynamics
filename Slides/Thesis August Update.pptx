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91cb987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91cb987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91cb9878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91cb9878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91cb9878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91cb9878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91cb9878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91cb9878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August Update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 have done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Learning Quantum Dynamics Paper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PAC and Efficient PAC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Fourier Coefficient Extraction 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PQC based functions(poly) and Hamiltonian Dynamics Concept Classes(1)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Efficient Quantum Learner and Classically Hard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Exponentially large spectrum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Kernel Approach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Cardinality of the Concept Class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Kernel Methods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Mercer Kernel and Gram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Hilbert Space, Banach Space,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Reproducing Kernel Hilbert Space(RKHS)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Representation Theorem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Mercer Theorem and Feature Maps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Things to do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Read the books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Read paper more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