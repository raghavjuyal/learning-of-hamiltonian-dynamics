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106.03880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ennylane.ai/qml/glossary/parameter_shift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106.03880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1903.02840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d41efa6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d41efa6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d41efa6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d41efa6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paper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d41efa6a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d41efa6a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thesis intro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d41efa6a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d41efa6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pennylane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d41efa6a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d41efa6a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understanding machine learning: From theory to algorithms book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d41efa6a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d41efa6a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paper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d41efa6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d41efa6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paper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d41efa6a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d41efa6a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d41efa6a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d41efa6a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d41efa6a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d41efa6a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d41efa6a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d41efa6a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d41efa6a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d41efa6a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41efa6a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d41efa6a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June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have done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Generalized Trigonometric Polynomials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8379999" cy="7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996225"/>
            <a:ext cx="8334349" cy="11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GTP continued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539" y="0"/>
            <a:ext cx="41617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Parameter Shift Rule and bound on gradients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94335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PAC Learning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2053"/>
            <a:ext cx="9144001" cy="2670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Covering Number(kind of)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Rademacher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Get upper bound on covering number and thus on Rademacher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Get bound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9948"/>
            <a:ext cx="9143999" cy="138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Impossibility Result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Show hardness of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Assume efficient algo to learn concept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means adversary can use this algo as a subroutine to break some cryptographic construction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the cryptographic construction is secure, learning algo cannot exist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not finished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Bounding with covering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Going through how to use covering numbers in the few training data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paper with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Reading the impossibility result in more detail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Logistics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Form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Need to fill </a:t>
            </a:r>
            <a:r>
              <a:rPr lang="en-GB"/>
              <a:t>the</a:t>
            </a:r>
            <a:r>
              <a:rPr lang="en-GB"/>
              <a:t> form and submit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Meets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to aim for?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I will do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Things I did not finish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Understanding Machine Learning(Has a lot of topics mentioned including covering numbers) and High Dimensional Probability books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Alice paper/draft 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Any other papers related to the topic?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Any math topics/resources?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Any libraries? Also python?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