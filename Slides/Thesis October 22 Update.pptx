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ba8f87dd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ba8f87d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ba8f87d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ba8f87d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ba8f87dd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ba8f87dd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ba8f87dd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ba8f87d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ba8f87dd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ba8f87d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ba8f87dd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ba8f87dd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ba8f87dd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ba8f87dd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ba8f87dd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ba8f87dd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a8f87dd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ba8f87dd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a8f87dd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ba8f87dd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ba8f87dd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ba8f87dd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a8f87dd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a8f87dd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ba8f87dd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ba8f87dd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ba8f87dd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ba8f87dd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ba8f87dd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ba8f87dd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ba8f87dd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ba8f87dd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ba8f87dd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ba8f87dd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ba8f87dd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ba8f87dd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a8f87dd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ba8f87dd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ba8f87dd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ba8f87dd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a8f87dd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ba8f87dd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ba8f87dd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ba8f87dd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ba8f87dd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ba8f87dd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ba8f87dd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ba8f87dd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ba8f87dd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ba8f87dd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ba8f87dd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ba8f87dd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ba8f87dd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ba8f87dd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ba8f87dd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ba8f87dd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ba8f87dd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ba8f87dd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hyperlink" Target="https://pennylane.ai/qml/demos/tutorial_lcu_blockencodin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October 22 Update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 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Fourier representation of parametrized circuits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Description of the algorithm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2185"/>
            <a:ext cx="9143998" cy="311912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93850" y="4372475"/>
            <a:ext cx="438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Minor Issue: Fixed gate and encoding gate limits on l are not the same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33223"/>
            <a:ext cx="9144000" cy="1877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Issues with n</a:t>
            </a:r>
            <a:r>
              <a:rPr baseline="-25000" lang="en-GB"/>
              <a:t>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008925" y="-783175"/>
            <a:ext cx="2372125" cy="597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475625" y="-34724"/>
            <a:ext cx="2015800" cy="82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69"/>
            <a:ext cx="9144000" cy="794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30202"/>
            <a:ext cx="9143999" cy="2966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</a:t>
            </a:r>
            <a:r>
              <a:rPr lang="en-GB"/>
              <a:t> is being used a lot to represent different things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 seems incorrect, will explain more in proof section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5" y="1152468"/>
            <a:ext cx="9144002" cy="243761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852375" y="4021675"/>
            <a:ext cx="49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Minor issue: Doesn’t show ancilla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Proof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5800" y="941262"/>
            <a:ext cx="9143999" cy="4202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Should {s</a:t>
            </a:r>
            <a:r>
              <a:rPr baseline="-25000" lang="en-GB"/>
              <a:t>l</a:t>
            </a:r>
            <a:r>
              <a:rPr lang="en-GB"/>
              <a:t>, b</a:t>
            </a:r>
            <a:r>
              <a:rPr baseline="-25000" lang="en-GB"/>
              <a:t>l</a:t>
            </a:r>
            <a:r>
              <a:rPr lang="en-GB"/>
              <a:t>} be the gate being added since l is in summation already?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Should use {s</a:t>
            </a:r>
            <a:r>
              <a:rPr baseline="-25000" lang="en-GB"/>
              <a:t>l’</a:t>
            </a:r>
            <a:r>
              <a:rPr lang="en-GB"/>
              <a:t>, b</a:t>
            </a:r>
            <a:r>
              <a:rPr baseline="-25000" lang="en-GB"/>
              <a:t>l’</a:t>
            </a:r>
            <a:r>
              <a:rPr lang="en-GB"/>
              <a:t>}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Maybe shouldn’t use U again but something else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7147"/>
            <a:ext cx="9143999" cy="1689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Here, parity notation is confusing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 does adding an encoding gate not affect the coefficient?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5013"/>
            <a:ext cx="9144000" cy="235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C9, -1 for odd, 1 for even, opposite 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Need to change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Here also coefficient is not affected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Frequency representation of expectation values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Pauli observable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788" y="1017725"/>
            <a:ext cx="7376425" cy="419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C14 has (-1)^P(P,k). This doesn’t match what we have seen till now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Also C14 has -L &lt;= l &lt;= L but shouldn’t it be dimension d?(Same issue in C15, C16, C21 and maybe some other places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combination of Pauli observables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9355"/>
            <a:ext cx="9144001" cy="1896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336"/>
            <a:ext cx="9144002" cy="4882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Should be A(U) instead of c(U) in fig 5 first part, also used alpha instead of beta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fig 5, how do we get number of qubits for each register?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Shouldn’t P gates be 0,1,2,3 with appropriate control(correct notation)?</a:t>
            </a:r>
            <a:endParaRPr/>
          </a:p>
        </p:txBody>
      </p:sp>
      <p:pic>
        <p:nvPicPr>
          <p:cNvPr id="183" name="Google Shape;18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125" y="2571750"/>
            <a:ext cx="4803900" cy="192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2"/>
          <p:cNvSpPr txBox="1"/>
          <p:nvPr/>
        </p:nvSpPr>
        <p:spPr>
          <a:xfrm>
            <a:off x="4336300" y="4210425"/>
            <a:ext cx="235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4"/>
              </a:rPr>
              <a:t>Pennylane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Probabilities, or projectors observables</a:t>
            </a:r>
            <a:endParaRPr/>
          </a:p>
        </p:txBody>
      </p:sp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4549"/>
            <a:ext cx="9144002" cy="3487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Not really sure why we do this?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Also number of qubits in each wire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Extracting Fourier coefficients</a:t>
            </a:r>
            <a:endParaRPr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1189"/>
            <a:ext cx="9144001" cy="2265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1359"/>
            <a:ext cx="9143998" cy="262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Issues with previous part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do you find/make V</a:t>
            </a:r>
            <a:r>
              <a:rPr baseline="-25000" lang="en-GB"/>
              <a:t>l</a:t>
            </a:r>
            <a:r>
              <a:rPr lang="en-GB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Is the aim to get the b</a:t>
            </a:r>
            <a:r>
              <a:rPr baseline="-25000" lang="en-GB"/>
              <a:t>k</a:t>
            </a:r>
            <a:r>
              <a:rPr lang="en-GB"/>
              <a:t>’s via quantum then construct classically so that we don’t have to keep using the quantum computer?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to do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Computing kernel matrix</a:t>
            </a:r>
            <a:endParaRPr/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1017725"/>
            <a:ext cx="86487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24" y="3853675"/>
            <a:ext cx="6967924" cy="12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Kernel Method in Appendix</a:t>
            </a:r>
            <a:endParaRPr/>
          </a:p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8438"/>
            <a:ext cx="9144000" cy="270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this circuit fine?</a:t>
            </a:r>
            <a:endParaRPr/>
          </a:p>
        </p:txBody>
      </p:sp>
      <p:sp>
        <p:nvSpPr>
          <p:cNvPr id="243" name="Google Shape;24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00" y="1268025"/>
            <a:ext cx="81343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6900" y="2856300"/>
            <a:ext cx="54102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Things to do</a:t>
            </a:r>
            <a:endParaRPr/>
          </a:p>
        </p:txBody>
      </p:sp>
      <p:sp>
        <p:nvSpPr>
          <p:cNvPr id="251" name="Google Shape;25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Try computing both methods for very simple/small circuits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Make code to run larger circuits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Email Alice for previous numerics/calculations/code/etc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going through the book again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Reorganize notes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