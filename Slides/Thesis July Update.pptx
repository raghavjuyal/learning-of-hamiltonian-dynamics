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60055e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60055e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c60055ef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c60055e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2e08f3c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2e08f3c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31ff5b9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31ff5b9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3292722a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3292722a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3292722a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3292722a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330ed91a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330ed91a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July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have done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Encoding-dependent generalization bounds for parametrized quantum circuits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RC for p&lt;2, covering number for p&gt;2. Both same for p=2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mention loss is c bounded and L Lipschitz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Saw how they wrote bounds in terms of hyperparameter but need to see arguments in more detail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Combine other bounds, see how data encoding </a:t>
            </a:r>
            <a:r>
              <a:rPr lang="en-GB"/>
              <a:t>effects</a:t>
            </a:r>
            <a:r>
              <a:rPr lang="en-GB"/>
              <a:t> Fourier coefficients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Not sure but something about uniform bound not being useful for NN when complex hypothesis class which contains hypothesis with 0 empirical risk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Quantum hardness of learning shallow classical circuits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2/3 </a:t>
            </a:r>
            <a:r>
              <a:rPr lang="en-GB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mention w</a:t>
            </a:r>
            <a:r>
              <a:rPr lang="en-GB"/>
              <a:t>eak and </a:t>
            </a:r>
            <a:r>
              <a:rPr lang="en-GB"/>
              <a:t>s</a:t>
            </a:r>
            <a:r>
              <a:rPr lang="en-GB"/>
              <a:t>trong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mention uniform distribution and membership queries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Lot of reductions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Generalization in quantum machine learning from few training data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𝛂 = (𝛉,</a:t>
            </a:r>
            <a:r>
              <a:rPr b="1" lang="en-GB"/>
              <a:t>k</a:t>
            </a:r>
            <a:r>
              <a:rPr lang="en-GB"/>
              <a:t>) parameters inside gates and parameters to vary gate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 = number of parameterized gates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sqrt(T log(T)/N)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 reused M times then sqrt(T log(MT)/N)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only K changed significantly then scales with 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25" y="3581713"/>
            <a:ext cx="826770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Quantum Advantage in Learning Quantum Dynamics via Fourier coefficient extraction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Efficient PAC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Amplitude encode fourier coefficients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Efficient Quantum, Classically hard for both PQCs and Hamiltonian simulations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Giving up on provable bounds can make heuristic and kernel?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Cardinality of concept class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I will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Quantum Advantage in Learning Quantum Dynamics via Fourier coefficient extraction(Alice paper) in more detail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Understanding Machine Learning and High Dimensional Probability books for covering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the previous papers in more detail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kernel method stuff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Regarding things I plan to do: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Go through the Alice paper(Quantum Advantage in Learning Quantum Dynamics via Fourier coefficient extraction) in more detail(specifically the kernel part)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Read the books I had mentioned earlier to learn in more detail about covering numbers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Look into the encoding at the beginning vs reuploading mentioned in the few training data paper as well as the beyond kernels paper you had mentioned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Look into kernel methods, mercer and representation theorem and related concepts.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